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5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de Entidades en Texto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Entity Recognition (NER) con DistilBERT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365760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2560320"/>
            <a:ext cx="8412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Asignatura: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
</a:t>
            </a: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Estudiantes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Velandia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Juan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Cumbe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Juan Velez
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Diego Renza Torres
Universidad Militar Nueva Granada · Bogotá,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572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05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NER y cómo funciona el esquema BIO?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572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00584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4813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Evolución: reglas → CRF → BiLSTM → Transformers (BERT)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2402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240280"/>
            <a:ext cx="4572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2402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715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CoNLL-2003: entrenamiento, validación y prueba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240280"/>
            <a:ext cx="4572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24028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2860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03520" y="27157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vs. DistilBERT fine-tuned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474720"/>
            <a:ext cx="4572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34747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2296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950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entrenamiento, métricas y matrices de confusión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474720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474720"/>
            <a:ext cx="4572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3474720"/>
            <a:ext cx="457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30352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Conclusiones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39502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Predicciones en texto nuevo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Problema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NER?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Reconocimiento de Entidades Nombradas (NER) consiste en identificar y clasificar palabras clave dentro de un texto en categorías predefinidas como persona, lugar u organización.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"Juan vive en Bogotá y trabaja en Google"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Juan → PERSONA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Bogotá → LUGAR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 → ORGANIZACIÓN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Esquema BIO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5943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B-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40680" y="14630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— inicio de entidad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057400"/>
            <a:ext cx="59436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5740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I-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40680" y="205740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— continuación de entidad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2651760"/>
            <a:ext cx="594360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651760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265176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— no es entidad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Deep Learning? El contexto de cada palabra cambia su significado. Los modelos DL capturan estas relaciones de forma automática.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Arte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5486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914400"/>
            <a:ext cx="274320" cy="3200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2743200" cy="1371600"/>
          </a:xfrm>
          <a:prstGeom prst="rect">
            <a:avLst/>
          </a:prstGeom>
          <a:solidFill>
            <a:srgbClr val="94A3B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Reglas &amp; Estadística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Pre-2010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774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manuales y modelos CRF (Conditional Random Fields). Limitados por vocabulario fijo.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914400"/>
            <a:ext cx="274320" cy="3200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914400"/>
            <a:ext cx="274320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BiLSTM + CRF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2015–2017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233172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23774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recurrentes bidireccionales que leen el texto en ambas direcciones para captar contexto.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914400"/>
            <a:ext cx="2743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Shape 17"/>
          <p:cNvSpPr/>
          <p:nvPr/>
        </p:nvSpPr>
        <p:spPr>
          <a:xfrm>
            <a:off x="7360920" y="914400"/>
            <a:ext cx="274320" cy="32004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914400"/>
            <a:ext cx="274320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26480" y="9144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Transformers (BERT)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1264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</a:rPr>
              <a:t>2018–hoy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2331720"/>
            <a:ext cx="2743200" cy="1645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237744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multi-cabezal + pre-entrenamiento bidireccional masivo. Estado del arte en NER.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3434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Este proyecto implementa DistilBERT, versión compacta y eficiente de BERT, aplicado al dataset CoNLL-2003.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CoNLL-2003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65176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</a:rPr>
              <a:t>Entrenamiento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14,042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oraciones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54680" y="914400"/>
            <a:ext cx="265176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5468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</a:rPr>
              <a:t>Validación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54680" y="1325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3,251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15468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oraciones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914400"/>
            <a:ext cx="2651760" cy="1371600"/>
          </a:xfrm>
          <a:prstGeom prst="rect">
            <a:avLst/>
          </a:prstGeom>
          <a:solidFill>
            <a:srgbClr val="1E2761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9601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DADC"/>
                </a:solidFill>
              </a:rPr>
              <a:t>Prueba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1325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3,454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18288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oraciones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468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Tipos de Entidades (BIO tagging)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2880360"/>
            <a:ext cx="6400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Personas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377440" y="2880360"/>
            <a:ext cx="64008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2377440" y="28803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LOC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08960" y="2880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Lugares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640080" cy="45720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ORG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520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Organizaciones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377440" y="3520440"/>
            <a:ext cx="64008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2377440" y="3520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MISC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108960" y="35204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Misceláneos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2423160"/>
            <a:ext cx="42062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63440" y="248716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Características del Dataset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663440" y="288036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Tipo: Textual (inglés)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Dominio: Noticias periodísticas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Formato: Palabra + Etiqueta BIO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Tamaño: 3.87 MB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Fuente: CoNLL-2003 Shared Task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Pre-procesamiento: tokenización y conversión a IDs numéricos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Modelo Baseline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Diccionario de entidades conocidas del dataset de entrenamiento.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 etiquetas por coincidencia exacta de tokens. Palabras fuera del vocabulario (OOV) se marcan como 'O'.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interpretable, sin entrenamiento.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144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DistilBERT Fine-tuned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50876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compacta de BERT (40% menos parámetros, 60% más rápido).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sobre CoNLL-2003 durante 10 épocas con tokenización subword y clasificación token por token.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contexto bidireccional profundo.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9202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</a:rPr>
              <a:t>VS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74320" y="4160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Pipeline de Entrenamiento DistilBERT: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452628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1. Tokenización BPE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94560" y="4526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23160" y="452628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242316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2. Alineación de etiquetas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43400" y="4526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0" y="452628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3. Fine-tuning 10 épocas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4526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761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20840" y="4526280"/>
            <a:ext cx="192024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4. Evaluación seqeval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Curvas de Entrenamiento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Historial de Validación por Época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429768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343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10 — Mejor época: Val. F1 = 0.8839 | Test F1 = 0.8399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Baseline vs. DistilBERT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Métricas por Tipo de Entidad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Matrices de Confusión (nivel token)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393192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429768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Predicciones DistilBERT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"Barack Obama was born in Hawaii and worked in Washington for the United Nations."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63040"/>
            <a:ext cx="4389120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463040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937760" y="1600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Análisis de predicciones: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937760" y="201168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Barack Obama → B-PER / I-PER (correcto)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Hawaii → B-LOC (correcto)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Washington → B-LOC (correcto)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United Nations → B-LOC / I-LOC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(debería ser ORG)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captura bien personas y lugares, con mayor dificultad en entidades ambiguas como organizaciones geopolíticas.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Predicciones Baseline</a:t>
            </a: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14400"/>
            <a:ext cx="4114800" cy="384048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4400"/>
            <a:ext cx="42976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3657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Mejora significativa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supera al baseline en todas las métricas: F1 de 0.654 → 0.884 (+35%)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Mejor entidad: PER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0.97 en personas, gracias a patrones contextuales claros en noticias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Mayor dificultad: MISC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3794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0.78, categoría heterogénea difícil de generalizar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Generalización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caída de validación a prueba (F1: 0.884 → 0.840), indica buena generalización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Eficiencia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6517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ofrece rendimiento competitivo con menor costo computacional que BERT base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Devlin, J., Chang, M. W., Lee, K., &amp; Toutanova, K. (2019). BERT: Pre-training of deep bidirectional transformers for language understanding. arXiv:1810.04805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Hochreiter, S., &amp; Schmidhuber, J. (1997). Long short-term memory. Neural Computation, 9(8), 1735–1780.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Sang, E. F. T. K., &amp; De Meulder, F. (2003). Introduction to the CoNLL-2003 shared task: Language-independent named entity recognition.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 (s.f.). CoNLL-2003 dataset. https://www.tensorflow.org/datasets/catalog/conll2003
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Jurafsky, D., &amp; Martin, J. H. (2023). Speech and Language Processing (3rd ed. draft).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862</Words>
  <Application>Microsoft Office PowerPoint</Application>
  <PresentationFormat>Presentación en pantalla (16:9)</PresentationFormat>
  <Paragraphs>146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 con DistilBERT - CoNLL-2003</dc:title>
  <dc:subject>PptxGenJS Presentation</dc:subject>
  <dc:creator>PptxGenJS</dc:creator>
  <cp:lastModifiedBy>Juan Velez</cp:lastModifiedBy>
  <cp:revision>2</cp:revision>
  <dcterms:created xsi:type="dcterms:W3CDTF">2026-05-19T02:23:57Z</dcterms:created>
  <dcterms:modified xsi:type="dcterms:W3CDTF">2026-05-19T02:31:46Z</dcterms:modified>
</cp:coreProperties>
</file>